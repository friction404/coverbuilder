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0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73E43"/>
                </a:solidFill>
              </a:rPr>
              <a:t>Coverbuilder Guided Apply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21792" y="15727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27072"/>
                </a:solidFill>
              </a:rPr>
              <a:t>Hackathon concepts to increase digital completion while keeping representatives focused on high-value help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2359152"/>
            <a:ext cx="4480560" cy="658368"/>
          </a:xfrm>
          <a:prstGeom prst="roundRect">
            <a:avLst>
              <a:gd name="adj" fmla="val 27778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6-hour build lens: prove one working vertical slice</a:t>
            </a:r>
            <a:endParaRPr lang="en-US" sz="1300" dirty="0"/>
          </a:p>
        </p:txBody>
      </p:sp>
      <p:pic>
        <p:nvPicPr>
          <p:cNvPr id="7" name="Image 0" descr="/mnt/data/cb_thumb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777240"/>
            <a:ext cx="3291840" cy="1847088"/>
          </a:xfrm>
          <a:prstGeom prst="rect">
            <a:avLst/>
          </a:prstGeom>
        </p:spPr>
      </p:pic>
      <p:pic>
        <p:nvPicPr>
          <p:cNvPr id="8" name="Image 1" descr="/mnt/data/cb_thumb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063240"/>
            <a:ext cx="3657600" cy="2057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PROCESS PAIN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opportunity: digitally guided, representative-assisted sales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74650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High-friction, call-heavy journey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76272"/>
            <a:ext cx="48920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typically need a 30-45 minute quote call and a 60-90 minute application call.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Mandatory scripting is delivered verbally across quote, application and revised terms stages.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Scaling sales by simply increasing contact centre activity would increase cost and overhead.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193792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675120" y="174650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Shift work from calls to guided self-service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76272"/>
            <a:ext cx="473659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Use technology to make the digital journey clearer, more reassuring and easier to continue.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Keep representatives available for targeted help, not full end-to-end verbal completion.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Turn calls into short interventions, nudges, summaries and guided continuation links.</a:t>
            </a:r>
            <a:endParaRPr lang="en-US" sz="1080" dirty="0"/>
          </a:p>
        </p:txBody>
      </p:sp>
      <p:pic>
        <p:nvPicPr>
          <p:cNvPr id="13" name="Image 0" descr="/mnt/data/cb_thumb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58768"/>
            <a:ext cx="3474720" cy="1956816"/>
          </a:xfrm>
          <a:prstGeom prst="rect">
            <a:avLst/>
          </a:prstGeom>
        </p:spPr>
      </p:pic>
      <p:pic>
        <p:nvPicPr>
          <p:cNvPr id="14" name="Image 1" descr="/mnt/data/cb_thumb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858768"/>
            <a:ext cx="3474720" cy="1956816"/>
          </a:xfrm>
          <a:prstGeom prst="rect">
            <a:avLst/>
          </a:prstGeom>
        </p:spPr>
      </p:pic>
      <p:pic>
        <p:nvPicPr>
          <p:cNvPr id="15" name="Image 2" descr="/mnt/data/cb_thumb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858768"/>
            <a:ext cx="3474720" cy="19568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2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Make it manageable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Move workload online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Give confidence with expert guidance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1: Guided Digital Application Assistant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still need representatives because the website does not always explain questions, underwriting implications or next steps clearly enough.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They may not know why medical, cover or declaration questions are being asked, so they call for reassurance.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Long calls are then used to repeat guidance that could be surfaced inside the digital journey.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Add an AI assistant beside the Coverbuilder journey that explains each step in plain English.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Answer common questions such as “Why are you asking this?”, “How should I answer?” and “What happens next?”.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Offer continue, save progress or request callback without forcing a full phone application.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Mock three steps: Quote, Underwriting and Declaration.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Add a side assistant with contextual help topics and scripted or AI-backed answers.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Generate a handoff summary when the customer asks for expert help.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asks why medical history is needed.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Assistant explains the purpose in compliant plain English and offers continue, save or callback.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Representative receives a focused summary instead of starting from zero.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Reduce 90-min calls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Explain in the moment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Preserve expert fallback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2: Smart Call Deflection with Save and Continue Online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start digitally but end up in phone support when they are stuck, inactive or unsure.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representative often becomes the person completing the journey verbally.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This does not scale because every extra lead can create more quote and application call workload.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Give representatives a dashboard that identifies where the customer is stuck and sends a smart continuation link.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link returns the customer to the exact step with a short explanation and checklist.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representative becomes a guide and nudger, not a full application processor.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mock rep dashboard with customer status, stuck step and inactivity period.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Add “Send guided continuation link” and “Generate customer message” actions.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customer continuation page that opens at the stuck step.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 sees Jane stopped at Medical History and has been inactive for 3 days.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 clicks “Send guided link”.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Jane receives a message: “You are nearly finished. This step usually takes 8 minutes.”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Deflect full calls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Recover drop-offs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Use reps scalably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3: Application Progress Tracker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complain that underwriting progress is poorly communicated, especially doctor reports, suspense and revised terms.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Waiting without visibility creates stress, repeated follow-up calls and potential drop-off.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There is no clear digital solution showing requirements, ownership and expected next action.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customer-facing tracker like parcel delivery tracking for the insurance application.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stages such as quote completed, application submitted, underwriting assessment, doctor report requested, outcome ready and policy issued.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Explain what is happening, who owns the next action, expected timing and whether the customer needs to do anything.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status page with application stages and a current state.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Add plain-English explanations and next-action buttons: upload, request update, check doctor details or book callback.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Use mock data for customers waiting for underwriting outcome or doctor reports.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sees “Waiting for doctor report”.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Tracker explains average timing and says no action is required today.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can request an update without making a long call.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Reduce anxiety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Cut follow-ups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Clarify next action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4: Website Document Finder and Explainer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find documents lumped together and hard to match to their specific need.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Confusion around PDS, FSG, benefits, exclusions and forms can push customers to call.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digital journey loses momentum when the customer cannot quickly find the right document or section.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Add a document assistant that finds relevant documents and explains them in plain English.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can ask: “Where is the PDS?”, “What applies to income protection?”, or “What does this exclusion mean?”.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assistant returns the exact document, relevant section, summary and link back to the application step.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Use three to five sample or mock policy documents.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search box with simple retrieval and summarisation responses.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Display relevant document, section, plain-English summary and next action.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asks “What documents explain waiting periods?”.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Assistant returns Product Disclosure Statement, the relevant waiting-period section and a short summary.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continues instead of calling to find the document.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Find documents fast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Explain policy language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Keep journey moving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5: Before You Apply Readiness Check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may begin without knowing what information they need, how long it will take or whether they are ready.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This uncertainty can cause abandonment, callbacks and incomplete applications.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need confidence before they commit time to the digital journey.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short readiness checklist before the customer starts.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Ask about cover type, medical history, employment/income details, super-linked cover and preference for self-service or help.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Return a readiness score, estimated time, checklist and recommended path.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five-question wizard with a readiness score.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personalised checklist and recommendation: start online, assisted digital support or callback.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Allow the customer to email or save the checklist before starting.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completes the readiness check.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app says “You are 80% ready. You can start online now. You may need medical history details later.”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customer starts with clearer expectations.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Set expectations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Reduce abandonment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Route support early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6: Representative Copilot for Faster Assisted Sales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Some customers will still need help, but assisted calls are long because reps must follow scripts, capture notes and explain complex details.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Mandatory scripting and compliance requirements add time and variability.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Representatives need a way to shorten calls while maintaining quality and consistency.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rep-side copilot that provides script checklist, customer-friendly explanations, compliance reminders and next-best action.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Generate call summary, missing items, completed disclosures and recommended digital continuation link.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Help reps convert calls into short guided interventions.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simple rep console with customer context, current stage and script checklist.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Paste a fake transcript and generate structured summary and next action.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“send digital continuation link” as a recommended next step.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 pastes a short transcript.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Copilot extracts customer need, concerns, completed disclosures and missing items.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 gets a concise handoff and next-best action.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Shorten calls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Improve consistency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Support compliance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7: Hybrid Journey, Online First and Expert When Needed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B43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IDEA /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5455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Pain point to solve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709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current choice can feel binary: customer completes digitally, or the contact centre takes over.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That creates unnecessary calls for customers who only need a timely nudge or targeted explanation.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Without friction detection, the business cannot prioritise rep effort where it matters most.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28232" y="16550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Hackathon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834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Create a hybrid orchestration layer that detects friction signals and recommends the best intervention.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Signals include help clicks, inactivity, stuck step, complex answers, document confusion or quote not converted to application.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Actions include explain, continue self-service, send reminder, offer callback or route to representative.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6-hour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47091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simple rules engine using mock customer sessions.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three customers with different friction patterns and recommended actions.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Update the rep dashboard as customer behaviour changes.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99632" y="3730752"/>
            <a:ext cx="5440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28232" y="3877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E43"/>
                </a:solidFill>
              </a:rPr>
              <a:t>Demo moment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306824"/>
            <a:ext cx="49834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A is stuck at underwriting, show explanation.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B is inactive for five days, send reminder link.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C is waiting for doctor report, show progress tracker.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Prioritise rep effort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Blend digital + human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9788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601675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Increase scalable sales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BUILD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3 hackathon options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337560" cy="3931920"/>
          </a:xfrm>
          <a:prstGeom prst="roundRect">
            <a:avLst>
              <a:gd name="adj" fmla="val 4110"/>
            </a:avLst>
          </a:prstGeom>
          <a:solidFill>
            <a:srgbClr val="E8F8DD"/>
          </a:solidFill>
          <a:ln w="1524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FDC18"/>
                </a:solidFill>
              </a:rPr>
              <a:t>Best overall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E43"/>
                </a:solidFill>
              </a:rPr>
              <a:t>Guided Digital Application Assistant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Most visible customer impact. Helps customers complete digital steps with confidence and reduces call dependency.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475488" cy="475488"/>
          </a:xfrm>
          <a:prstGeom prst="ellipse">
            <a:avLst/>
          </a:prstGeom>
          <a:solidFill>
            <a:srgbClr val="6FDC1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22960" y="46725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37560" cy="3931920"/>
          </a:xfrm>
          <a:prstGeom prst="roundRect">
            <a:avLst>
              <a:gd name="adj" fmla="val 4110"/>
            </a:avLst>
          </a:prstGeom>
          <a:solidFill>
            <a:srgbClr val="DDF7F5"/>
          </a:solidFill>
          <a:ln w="1524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17720" y="1755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918B"/>
                </a:solidFill>
              </a:rPr>
              <a:t>Best business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E43"/>
                </a:solidFill>
              </a:rPr>
              <a:t>Smart Call Deflection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12724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Turns representative effort into targeted digital nudges, guided continuation links and short interventions.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4572000"/>
            <a:ext cx="475488" cy="475488"/>
          </a:xfrm>
          <a:prstGeom prst="ellipse">
            <a:avLst/>
          </a:prstGeom>
          <a:solidFill>
            <a:srgbClr val="1491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17720" y="46725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63040"/>
            <a:ext cx="3337560" cy="3931920"/>
          </a:xfrm>
          <a:prstGeom prst="roundRect">
            <a:avLst>
              <a:gd name="adj" fmla="val 4110"/>
            </a:avLst>
          </a:prstGeom>
          <a:solidFill>
            <a:srgbClr val="FFF1D5"/>
          </a:solidFill>
          <a:ln w="1524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412480" y="1755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D14"/>
                </a:solidFill>
              </a:rPr>
              <a:t>Safest to finish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1488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E43"/>
                </a:solidFill>
              </a:rPr>
              <a:t>Application Progress Tracker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312724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Easiest 6-hour build. Reduces anxiety, suspense follow-ups and poor communication during underwriting.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4572000"/>
            <a:ext cx="475488" cy="475488"/>
          </a:xfrm>
          <a:prstGeom prst="ellipse">
            <a:avLst/>
          </a:prstGeom>
          <a:solidFill>
            <a:srgbClr val="F59D1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8412480" y="46725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870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E43"/>
                </a:solidFill>
              </a:rPr>
              <a:t>Recommendation: combine option 1 and option 2 into a single Assisted Digital Journey prototype.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build: Assisted Digital Journey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47218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Problem to prove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4800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Customers do not always need a 90-minute application call.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Many need timely guidance, confidence, progress visibility and a short expert handoff only when needed.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prototype should show how digital completion can increase without simply adding headcount.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37960" y="147218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Idea / opportunity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4800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two linked screens: customer journey + representative dashboard.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Customer gets contextual guidance inside Quote, Underwriting and Declaration steps.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Representative sees friction signals and sends guided continuation or receives a handoff summary.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188720" y="3977640"/>
            <a:ext cx="2057400" cy="548640"/>
          </a:xfrm>
          <a:prstGeom prst="roundRect">
            <a:avLst>
              <a:gd name="adj" fmla="val 23333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417320" y="416966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E43"/>
                </a:solidFill>
              </a:rPr>
              <a:t>Customer step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4041648"/>
            <a:ext cx="868680" cy="420624"/>
          </a:xfrm>
          <a:prstGeom prst="chevron">
            <a:avLst/>
          </a:prstGeom>
          <a:solidFill>
            <a:srgbClr val="6FDC18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553712" y="3977640"/>
            <a:ext cx="2057400" cy="548640"/>
          </a:xfrm>
          <a:prstGeom prst="roundRect">
            <a:avLst>
              <a:gd name="adj" fmla="val 23333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00600" y="41696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E43"/>
                </a:solidFill>
              </a:rPr>
              <a:t>AI guidance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93992" y="4041648"/>
            <a:ext cx="868680" cy="420624"/>
          </a:xfrm>
          <a:prstGeom prst="chevron">
            <a:avLst/>
          </a:prstGeom>
          <a:solidFill>
            <a:srgbClr val="14918B"/>
          </a:solidFill>
          <a:ln w="12700">
            <a:solidFill>
              <a:srgbClr val="1491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909560" y="3977640"/>
            <a:ext cx="2057400" cy="548640"/>
          </a:xfrm>
          <a:prstGeom prst="roundRect">
            <a:avLst>
              <a:gd name="adj" fmla="val 23333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138160" y="416966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E43"/>
                </a:solidFill>
              </a:rPr>
              <a:t>Rep handoff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13816" y="592531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Customer screen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51960" y="580644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379976" y="592531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Friction scoring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818120" y="5806440"/>
            <a:ext cx="2926080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12700">
            <a:solidFill>
              <a:srgbClr val="F59D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946136" y="592531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3E43"/>
                </a:solidFill>
              </a:rPr>
              <a:t>Rep dashboard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6-hour execution plan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31520" y="1380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26517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Hackathon time is short. Building too much would create an unfinished platform instead of a useful demo.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solution needs to prove value quickly with mocked data, reliable flows and a simple UI.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549640" y="123444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778240" y="1380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Idea / opportunity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0" y="1810512"/>
            <a:ext cx="26517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Build a narrow vertical slice that tells a complete story.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Avoid auth, database, integrations, cloud deployment and full underwriting automation.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the future state through working interactions, not architecture alone.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995928" y="1252728"/>
            <a:ext cx="384048" cy="384048"/>
          </a:xfrm>
          <a:prstGeom prst="ellipse">
            <a:avLst/>
          </a:prstGeom>
          <a:solidFill>
            <a:srgbClr val="6FDC1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995928" y="13304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98848" y="1234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1216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Mock journey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14630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Create Quote, Underwriting and Declaration steps with sample questions.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95928" y="1965960"/>
            <a:ext cx="384048" cy="384048"/>
          </a:xfrm>
          <a:prstGeom prst="ellipse">
            <a:avLst/>
          </a:prstGeom>
          <a:solidFill>
            <a:srgbClr val="14918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3995928" y="20436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98848" y="1947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0368" y="1929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Assistant panel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217627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Add contextual help: why we ask, how to answer, what happens next.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95928" y="2679192"/>
            <a:ext cx="384048" cy="384048"/>
          </a:xfrm>
          <a:prstGeom prst="ellipse">
            <a:avLst/>
          </a:prstGeom>
          <a:solidFill>
            <a:srgbClr val="6FDC1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995928" y="27569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26609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642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Friction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28895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Track help clicks, save/exit, incomplete answers and requested help.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95928" y="3392424"/>
            <a:ext cx="384048" cy="384048"/>
          </a:xfrm>
          <a:prstGeom prst="ellipse">
            <a:avLst/>
          </a:prstGeom>
          <a:solidFill>
            <a:srgbClr val="14918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995928" y="34701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8848" y="33741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3355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Rep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30368" y="36027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Show customer cards, stage, friction score and recommended action.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95928" y="4105656"/>
            <a:ext cx="384048" cy="384048"/>
          </a:xfrm>
          <a:prstGeom prst="ellipse">
            <a:avLst/>
          </a:prstGeom>
          <a:solidFill>
            <a:srgbClr val="6FDC1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995928" y="41833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98848" y="40873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Handoff summaries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4315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Generate customer message and expert handoff summary.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95928" y="4818888"/>
            <a:ext cx="384048" cy="384048"/>
          </a:xfrm>
          <a:prstGeom prst="ellipse">
            <a:avLst/>
          </a:prstGeom>
          <a:solidFill>
            <a:srgbClr val="14918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3995928" y="48966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98848" y="48006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72"/>
                </a:solidFill>
              </a:rPr>
              <a:t>Hour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4782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E43"/>
                </a:solidFill>
              </a:rPr>
              <a:t>Demo polish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30368" y="50292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Add mock customers, progress tracker, README and demo script.</a:t>
            </a:r>
            <a:endParaRPr lang="en-US" sz="9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E0E23"/>
          </a:solidFill>
          <a:ln w="12700">
            <a:solidFill>
              <a:srgbClr val="8E0E2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D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PRESENT 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E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script: prove the new operating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6F6"/>
          </a:solidFill>
          <a:ln w="12700">
            <a:solidFill>
              <a:srgbClr val="F0CEC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3B43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6634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Today, a customer who is stuck often becomes a long phone application.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The business needs to know whether a customer can be guided back into digital completion without losing confidence or compliance.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09360" y="1298448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0FBFA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37960" y="14447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918B"/>
                </a:solidFill>
              </a:rPr>
              <a:t>Idea / opportunity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8006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Demonstrate a flow where digital guidance handles common uncertainty and the representative receives only the right intervention point.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• Show upload-free, integration-free mocked interactions that still feel like the real customer journey.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1783080" cy="658368"/>
          </a:xfrm>
          <a:prstGeom prst="roundRect">
            <a:avLst>
              <a:gd name="adj" fmla="val 16667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95528" y="40233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E43"/>
                </a:solidFill>
              </a:rPr>
              <a:t>Customer asks for help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468880" y="3913632"/>
            <a:ext cx="393192" cy="411480"/>
          </a:xfrm>
          <a:prstGeom prst="chevron">
            <a:avLst/>
          </a:prstGeom>
          <a:solidFill>
            <a:srgbClr val="B8C5C2"/>
          </a:solidFill>
          <a:ln w="12700">
            <a:solidFill>
              <a:srgbClr val="B8C5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926080" y="3794760"/>
            <a:ext cx="1783080" cy="658368"/>
          </a:xfrm>
          <a:prstGeom prst="roundRect">
            <a:avLst>
              <a:gd name="adj" fmla="val 16667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035808" y="40233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E43"/>
                </a:solidFill>
              </a:rPr>
              <a:t>Assistant explains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09160" y="3913632"/>
            <a:ext cx="393192" cy="411480"/>
          </a:xfrm>
          <a:prstGeom prst="chevron">
            <a:avLst/>
          </a:prstGeom>
          <a:solidFill>
            <a:srgbClr val="B8C5C2"/>
          </a:solidFill>
          <a:ln w="12700">
            <a:solidFill>
              <a:srgbClr val="B8C5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166360" y="3794760"/>
            <a:ext cx="1783080" cy="658368"/>
          </a:xfrm>
          <a:prstGeom prst="roundRect">
            <a:avLst>
              <a:gd name="adj" fmla="val 16667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276088" y="40233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E43"/>
                </a:solidFill>
              </a:rPr>
              <a:t>Friction score updates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949440" y="3913632"/>
            <a:ext cx="393192" cy="411480"/>
          </a:xfrm>
          <a:prstGeom prst="chevron">
            <a:avLst/>
          </a:prstGeom>
          <a:solidFill>
            <a:srgbClr val="B8C5C2"/>
          </a:solidFill>
          <a:ln w="12700">
            <a:solidFill>
              <a:srgbClr val="B8C5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406640" y="3794760"/>
            <a:ext cx="1783080" cy="658368"/>
          </a:xfrm>
          <a:prstGeom prst="roundRect">
            <a:avLst>
              <a:gd name="adj" fmla="val 16667"/>
            </a:avLst>
          </a:prstGeom>
          <a:solidFill>
            <a:srgbClr val="DDF7F5"/>
          </a:solidFill>
          <a:ln w="12700">
            <a:solidFill>
              <a:srgbClr val="58C8C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516368" y="40233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E43"/>
                </a:solidFill>
              </a:rPr>
              <a:t>Rep sends continuation link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189720" y="3913632"/>
            <a:ext cx="393192" cy="411480"/>
          </a:xfrm>
          <a:prstGeom prst="chevron">
            <a:avLst/>
          </a:prstGeom>
          <a:solidFill>
            <a:srgbClr val="B8C5C2"/>
          </a:solidFill>
          <a:ln w="12700">
            <a:solidFill>
              <a:srgbClr val="B8C5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646920" y="3794760"/>
            <a:ext cx="1783080" cy="658368"/>
          </a:xfrm>
          <a:prstGeom prst="roundRect">
            <a:avLst>
              <a:gd name="adj" fmla="val 16667"/>
            </a:avLst>
          </a:prstGeom>
          <a:solidFill>
            <a:srgbClr val="E8F8DD"/>
          </a:solidFill>
          <a:ln w="12700">
            <a:solidFill>
              <a:srgbClr val="6FDC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9756648" y="40233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E43"/>
                </a:solidFill>
              </a:rPr>
              <a:t>Customer completes step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1097280" y="5230368"/>
            <a:ext cx="10012680" cy="502920"/>
          </a:xfrm>
          <a:prstGeom prst="roundRect">
            <a:avLst>
              <a:gd name="adj" fmla="val 32727"/>
            </a:avLst>
          </a:prstGeom>
          <a:solidFill>
            <a:srgbClr val="173E43"/>
          </a:solidFill>
          <a:ln w="12700">
            <a:solidFill>
              <a:srgbClr val="173E4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1389888" y="53949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Success statement: “We did not automate the whole sale. We proved that many calls can become guided digital completion plus targeted human support.”</a:t>
            </a:r>
            <a:endParaRPr lang="en-US" sz="12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2220</Words>
  <Application>Microsoft Office PowerPoint</Application>
  <PresentationFormat>Widescreen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Coverbuilder Guided Apply</dc:title>
  <dc:subject>Coverbuilder Guided Apply hackathon ideas</dc:subject>
  <dc:creator>OpenAI</dc:creator>
  <cp:lastModifiedBy>Derar Alkhateeb</cp:lastModifiedBy>
  <cp:revision>2</cp:revision>
  <dcterms:created xsi:type="dcterms:W3CDTF">2026-06-16T21:23:19Z</dcterms:created>
  <dcterms:modified xsi:type="dcterms:W3CDTF">2026-06-17T00:01:08Z</dcterms:modified>
</cp:coreProperties>
</file>